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D383E-0C83-554D-B7A4-051C60E6BB1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C1329-1856-0C4C-8A38-8B6BAB02F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4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DF3A-C835-61D6-7F45-5C47D8E6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F3592-D074-7B28-CA70-02D2AC967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35A90-DC19-5102-711A-F72DF08C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B8D2-25C5-0481-E66F-DA08BBFA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0494-363F-9E4A-647C-32FB8C0E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79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CF44-B2A0-91E3-12CE-E6596074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2C3F-D239-BA5A-4DC2-6C9DB5EE4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EF0BB-CE00-15D1-4315-3AC8B08D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BD16-8789-7158-3FF8-0F476F8E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BC1E3-19E8-4013-9BC1-58DD0AB1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53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7D17-7E77-7BE5-F4DB-A880ECBC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87C75-324B-9900-F7DC-EF4BF7581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9B41-7811-2D16-5AEC-EF50CFB4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B8403-8383-7F9B-DBF4-0BE43453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B5E39-AC7D-9FF1-D398-670414BF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2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5FAA-164F-6228-A8A3-7ED6D0CD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C907-DB6D-977C-C3B1-C3090EB2F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0B1B5-B32D-4E81-B38F-168459F9F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79368-4943-C84A-9213-F9BC8471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373AC-BBA1-FB69-C322-BF6C8194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F71AB-A25F-1EC3-48B9-E1EDFDC2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9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F697-1997-B8F6-EF33-92AB1E17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5598A-D29C-C9FB-A10F-BBBDA1F60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0DF50-BB3B-DFCF-B649-A3E04FD7F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D35DCF-8BC9-1018-BEE3-054328048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2BBDE-CE59-4494-7AD0-1DDEC5660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347C7F-09F1-BC61-D35E-147BFFA8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D931D-A84B-FB45-7732-A4FCC7A8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8D01F-5DD2-4365-33CD-A1BE9E7D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9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57B5-C6C5-99F9-9189-D0D44CED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5F4E3-026E-4168-54F3-B408E260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7B4D4-C3C1-3ADD-3F7D-5DF0B662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A7359-9B68-FFBE-68F4-BDFCE287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5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2DF17-91A4-3CE6-2D4B-5C9E45F9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BA6F8-9307-484E-2311-137684E0F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DD9D6-CDBD-CACA-CD36-5EF7A1A1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4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1BB9-F880-679D-2DC3-A3468855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49072-549E-4178-38E1-293089272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DB8B7-8A5E-227F-FB52-404C1FA18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84CFF-1607-52A7-293D-370A70C6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11F75-412E-07D6-DB35-253FA61A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8CA4D-4518-DE5F-C2FA-B455A657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5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5911-787C-E516-F761-B86E918F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DA716-D324-78C7-35C3-0BFD581F1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6DFC7-085B-18E4-7DB3-67D4A99D9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748FC-5E85-0919-966B-29B1E0C2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33784-1A32-4935-9832-FEACC861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26143-8574-D1F8-F48A-14954963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2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7CB6-9EA9-3F55-F05A-EF998FB2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21FD6-7003-9B9E-3CAF-9756B5C2F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53CC6-6880-E74F-1170-981DF5CC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E43D9-6495-C68E-C01D-65CF43B9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D8118-4492-076B-7AF9-AA084A51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1A7211-89F1-01DB-A356-33285C4FD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3D73F-BC63-B8AF-3878-7DCD0248E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10A6F-83E4-0220-2B1C-6A1F82E9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B249-80DC-2B16-3706-16847691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A839C-A863-2AD8-2D65-1753BC71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4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BD14F-BAF1-52AA-818A-E945B076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46DE-274E-3170-F70D-A25779892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6C12A-9C8A-BDD0-8724-3189EAA9E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pPr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F5347-2F82-66F1-BB5F-E500B867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A6C56-3257-77E3-B6BF-287F5D811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8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866F-BD7A-0C4C-E996-7EBCA66F8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53405-2F4A-A7DA-73AC-5FDEFFEB2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1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54A46-75C3-B45F-467E-A76B28BB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0C6F-E8DD-F770-8596-31A2165C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endParaRPr lang="en-GB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97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Karina Rodriguez Echavarria</dc:creator>
  <cp:lastModifiedBy>Karina Rodriguez Echavarria</cp:lastModifiedBy>
  <cp:revision>4</cp:revision>
  <dcterms:created xsi:type="dcterms:W3CDTF">2026-04-21T09:00:09Z</dcterms:created>
  <dcterms:modified xsi:type="dcterms:W3CDTF">2026-04-21T13:11:21Z</dcterms:modified>
</cp:coreProperties>
</file>